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8"/>
  </p:notesMasterIdLst>
  <p:sldIdLst>
    <p:sldId id="257" r:id="rId5"/>
    <p:sldId id="261" r:id="rId6"/>
    <p:sldId id="258" r:id="rId7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水生态损害严重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B73C29-3AF3-4C18-9864-AA02F60BA0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tags" Target="../tags/tag9.xml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image" Target="../media/image6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NULL" TargetMode="Externa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microsoft.com/office/2007/relationships/hdphoto" Target="../media/image9.wdp"/><Relationship Id="rId7" Type="http://schemas.openxmlformats.org/officeDocument/2006/relationships/image" Target="../media/image8.png"/><Relationship Id="rId6" Type="http://schemas.openxmlformats.org/officeDocument/2006/relationships/tags" Target="../tags/tag19.xml"/><Relationship Id="rId5" Type="http://schemas.openxmlformats.org/officeDocument/2006/relationships/image" Target="NULL" TargetMode="External"/><Relationship Id="rId4" Type="http://schemas.openxmlformats.org/officeDocument/2006/relationships/image" Target="../media/image7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image" Target="NULL" TargetMode="External"/><Relationship Id="rId7" Type="http://schemas.openxmlformats.org/officeDocument/2006/relationships/image" Target="../media/image12.png"/><Relationship Id="rId6" Type="http://schemas.openxmlformats.org/officeDocument/2006/relationships/tags" Target="../tags/tag26.xml"/><Relationship Id="rId5" Type="http://schemas.microsoft.com/office/2007/relationships/hdphoto" Target="../media/image11.wdp"/><Relationship Id="rId4" Type="http://schemas.openxmlformats.org/officeDocument/2006/relationships/image" Target="../media/image10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microsoft.com/office/2007/relationships/hdphoto" Target="../media/image14.wdp"/><Relationship Id="rId11" Type="http://schemas.openxmlformats.org/officeDocument/2006/relationships/image" Target="../media/image13.png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image" Target="NULL" TargetMode="External"/><Relationship Id="rId7" Type="http://schemas.openxmlformats.org/officeDocument/2006/relationships/image" Target="../media/image15.png"/><Relationship Id="rId6" Type="http://schemas.openxmlformats.org/officeDocument/2006/relationships/tags" Target="../tags/tag65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image" Target="../media/image6.png"/><Relationship Id="rId14" Type="http://schemas.openxmlformats.org/officeDocument/2006/relationships/tags" Target="../tags/tag69.xml"/><Relationship Id="rId13" Type="http://schemas.microsoft.com/office/2007/relationships/hdphoto" Target="../media/image2.wdp"/><Relationship Id="rId12" Type="http://schemas.openxmlformats.org/officeDocument/2006/relationships/image" Target="../media/image1.png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28120"/>
            <a:ext cx="2414225" cy="1347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封面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11"/>
          <a:stretch>
            <a:fillRect/>
          </a:stretch>
        </p:blipFill>
        <p:spPr>
          <a:xfrm>
            <a:off x="0" y="18514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12"/>
            </p:custDataLst>
          </p:nvPr>
        </p:nvSpPr>
        <p:spPr>
          <a:xfrm>
            <a:off x="1013460" y="2908935"/>
            <a:ext cx="10515600" cy="1411605"/>
          </a:xfrm>
        </p:spPr>
        <p:txBody>
          <a:bodyPr anchor="t" anchorCtr="0">
            <a:normAutofit/>
          </a:bodyPr>
          <a:lstStyle>
            <a:lvl1pPr algn="just">
              <a:lnSpc>
                <a:spcPct val="10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5"/>
            </p:custDataLst>
          </p:nvPr>
        </p:nvSpPr>
        <p:spPr>
          <a:xfrm>
            <a:off x="1019175" y="1466850"/>
            <a:ext cx="10515600" cy="1371600"/>
          </a:xfrm>
        </p:spPr>
        <p:txBody>
          <a:bodyPr anchor="b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15681" y="4327980"/>
            <a:ext cx="10525125" cy="1745274"/>
          </a:xfrm>
        </p:spPr>
        <p:txBody>
          <a:bodyPr anchor="t">
            <a:normAutofit/>
          </a:bodyPr>
          <a:lstStyle>
            <a:lvl1pPr marL="0" indent="0" algn="just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8"/>
            <p:custDataLst>
              <p:tags r:id="rId1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9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20"/>
            <p:custDataLst>
              <p:tags r:id="rId1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270" y="0"/>
            <a:ext cx="3658870" cy="6858000"/>
          </a:xfrm>
          <a:prstGeom prst="rect">
            <a:avLst/>
          </a:prstGeom>
          <a:gradFill>
            <a:gsLst>
              <a:gs pos="38000">
                <a:schemeClr val="accent4">
                  <a:alpha val="100000"/>
                </a:schemeClr>
              </a:gs>
              <a:gs pos="0">
                <a:schemeClr val="accent2"/>
              </a:gs>
              <a:gs pos="84000">
                <a:schemeClr val="accent1">
                  <a:alpha val="100000"/>
                </a:scheme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@png2x_01_目录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2540" y="0"/>
            <a:ext cx="36576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2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0" y="5784850"/>
            <a:ext cx="1292225" cy="107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390387" y="1160060"/>
            <a:ext cx="2880000" cy="453788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231" y="0"/>
            <a:ext cx="4956478" cy="4895512"/>
          </a:xfrm>
          <a:prstGeom prst="rect">
            <a:avLst/>
          </a:prstGeom>
        </p:spPr>
      </p:pic>
      <p:pic>
        <p:nvPicPr>
          <p:cNvPr id="10" name="@png2x_01_章节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3027997" y="0"/>
            <a:ext cx="916178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900874" y="3471442"/>
            <a:ext cx="4817288" cy="2688336"/>
          </a:xfrm>
        </p:spPr>
        <p:txBody>
          <a:bodyPr anchor="t">
            <a:normAutofit/>
          </a:bodyPr>
          <a:lstStyle>
            <a:lvl1pPr algn="just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20000"/>
                    </a14:imgEffect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510667"/>
            <a:ext cx="2231329" cy="1347333"/>
          </a:xfrm>
          <a:prstGeom prst="rect">
            <a:avLst/>
          </a:prstGeom>
        </p:spPr>
      </p:pic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5889307" y="464457"/>
            <a:ext cx="4817288" cy="2908699"/>
          </a:xfrm>
        </p:spPr>
        <p:txBody>
          <a:bodyPr anchor="b">
            <a:normAutofit/>
          </a:bodyPr>
          <a:lstStyle>
            <a:lvl1pPr marL="0" indent="0" algn="just">
              <a:buNone/>
              <a:defRPr sz="3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40105" y="360045"/>
            <a:ext cx="10515600" cy="76327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flipH="1" flipV="1">
            <a:off x="-1270" y="0"/>
            <a:ext cx="1219136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4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9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5267" y="0"/>
            <a:ext cx="4956478" cy="4895512"/>
          </a:xfrm>
          <a:prstGeom prst="rect">
            <a:avLst/>
          </a:prstGeom>
        </p:spPr>
      </p:pic>
      <p:pic>
        <p:nvPicPr>
          <p:cNvPr id="9" name="@png2x_01_结束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1587" y="0"/>
            <a:ext cx="89789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1001486" y="1103086"/>
            <a:ext cx="7489371" cy="2453412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77775" y="5555279"/>
            <a:ext cx="2414225" cy="134733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0551" y="5785011"/>
            <a:ext cx="2560542" cy="1072989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1001485" y="3898612"/>
            <a:ext cx="7489371" cy="2125541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署名占位符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2" Type="http://schemas.openxmlformats.org/officeDocument/2006/relationships/theme" Target="../theme/theme3.xml"/><Relationship Id="rId21" Type="http://schemas.openxmlformats.org/officeDocument/2006/relationships/tags" Target="../tags/tag154.xml"/><Relationship Id="rId20" Type="http://schemas.openxmlformats.org/officeDocument/2006/relationships/tags" Target="../tags/tag15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152.xml"/><Relationship Id="rId18" Type="http://schemas.openxmlformats.org/officeDocument/2006/relationships/tags" Target="../tags/tag151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-635" y="-635"/>
            <a:ext cx="12190730" cy="353695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4">
                  <a:lumMod val="67000"/>
                  <a:lumOff val="33000"/>
                </a:schemeClr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0" name="任意多边形 9"/>
          <p:cNvSpPr/>
          <p:nvPr userDrawn="1">
            <p:custDataLst>
              <p:tags r:id="rId13"/>
            </p:custDataLst>
          </p:nvPr>
        </p:nvSpPr>
        <p:spPr>
          <a:xfrm>
            <a:off x="1270" y="284480"/>
            <a:ext cx="12190730" cy="6574155"/>
          </a:xfrm>
          <a:custGeom>
            <a:avLst/>
            <a:gdLst>
              <a:gd name="adj" fmla="val 837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8" h="8977">
                <a:moveTo>
                  <a:pt x="861" y="0"/>
                </a:moveTo>
                <a:lnTo>
                  <a:pt x="18337" y="0"/>
                </a:lnTo>
                <a:cubicBezTo>
                  <a:pt x="18813" y="0"/>
                  <a:pt x="19198" y="385"/>
                  <a:pt x="19198" y="861"/>
                </a:cubicBezTo>
                <a:lnTo>
                  <a:pt x="19198" y="8977"/>
                </a:lnTo>
                <a:lnTo>
                  <a:pt x="0" y="8977"/>
                </a:lnTo>
                <a:lnTo>
                  <a:pt x="0" y="861"/>
                </a:lnTo>
                <a:cubicBezTo>
                  <a:pt x="0" y="385"/>
                  <a:pt x="385" y="0"/>
                  <a:pt x="86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5943600"/>
          </a:xfrm>
          <a:prstGeom prst="rect">
            <a:avLst/>
          </a:prstGeom>
          <a:gradFill>
            <a:gsLst>
              <a:gs pos="17000">
                <a:srgbClr val="004EA2"/>
              </a:gs>
              <a:gs pos="100000">
                <a:srgbClr val="007BF6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5" name="cover_company"/>
          <p:cNvSpPr txBox="1"/>
          <p:nvPr/>
        </p:nvSpPr>
        <p:spPr>
          <a:xfrm>
            <a:off x="712938" y="869356"/>
            <a:ext cx="6096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公司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名称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9" name="cover_project"/>
          <p:cNvSpPr txBox="1"/>
          <p:nvPr/>
        </p:nvSpPr>
        <p:spPr>
          <a:xfrm>
            <a:off x="712938" y="1531959"/>
            <a:ext cx="7491262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项目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名称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803275" y="1276788"/>
            <a:ext cx="71977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ver_dept"/>
          <p:cNvSpPr txBox="1"/>
          <p:nvPr/>
        </p:nvSpPr>
        <p:spPr>
          <a:xfrm>
            <a:off x="713105" y="6128385"/>
            <a:ext cx="16484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部门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sp>
        <p:nvSpPr>
          <p:cNvPr id="22" name="cover_presenter"/>
          <p:cNvSpPr txBox="1"/>
          <p:nvPr/>
        </p:nvSpPr>
        <p:spPr>
          <a:xfrm>
            <a:off x="2486660" y="6128385"/>
            <a:ext cx="919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蒸饺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 rot="5400000">
            <a:off x="7954409" y="2479308"/>
            <a:ext cx="6591954" cy="1725172"/>
          </a:xfrm>
          <a:custGeom>
            <a:avLst/>
            <a:gdLst/>
            <a:ahLst/>
            <a:cxnLst/>
            <a:rect l="l" t="t" r="r" b="b"/>
            <a:pathLst>
              <a:path w="5709815" h="1494307">
                <a:moveTo>
                  <a:pt x="3857624" y="0"/>
                </a:moveTo>
                <a:lnTo>
                  <a:pt x="4236266" y="0"/>
                </a:lnTo>
                <a:lnTo>
                  <a:pt x="4236266" y="734654"/>
                </a:lnTo>
                <a:cubicBezTo>
                  <a:pt x="4233939" y="805055"/>
                  <a:pt x="4244908" y="873819"/>
                  <a:pt x="4269174" y="940946"/>
                </a:cubicBezTo>
                <a:cubicBezTo>
                  <a:pt x="4293440" y="1008073"/>
                  <a:pt x="4344962" y="1063740"/>
                  <a:pt x="4423736" y="1107945"/>
                </a:cubicBezTo>
                <a:cubicBezTo>
                  <a:pt x="4502512" y="1152151"/>
                  <a:pt x="4622502" y="1175072"/>
                  <a:pt x="4783706" y="1176709"/>
                </a:cubicBezTo>
                <a:cubicBezTo>
                  <a:pt x="4944910" y="1175033"/>
                  <a:pt x="5064898" y="1151956"/>
                  <a:pt x="5143674" y="1107477"/>
                </a:cubicBezTo>
                <a:cubicBezTo>
                  <a:pt x="5222449" y="1062999"/>
                  <a:pt x="5273969" y="1007177"/>
                  <a:pt x="5298234" y="940011"/>
                </a:cubicBezTo>
                <a:cubicBezTo>
                  <a:pt x="5322500" y="872845"/>
                  <a:pt x="5333468" y="804393"/>
                  <a:pt x="5331142" y="734654"/>
                </a:cubicBezTo>
                <a:lnTo>
                  <a:pt x="5331142" y="0"/>
                </a:lnTo>
                <a:lnTo>
                  <a:pt x="5709783" y="0"/>
                </a:lnTo>
                <a:lnTo>
                  <a:pt x="5709783" y="734654"/>
                </a:lnTo>
                <a:cubicBezTo>
                  <a:pt x="5711591" y="990071"/>
                  <a:pt x="5638032" y="1180612"/>
                  <a:pt x="5489108" y="1306278"/>
                </a:cubicBezTo>
                <a:cubicBezTo>
                  <a:pt x="5340184" y="1431944"/>
                  <a:pt x="5105050" y="1494619"/>
                  <a:pt x="4783706" y="1494305"/>
                </a:cubicBezTo>
                <a:cubicBezTo>
                  <a:pt x="4461438" y="1494751"/>
                  <a:pt x="4226040" y="1432338"/>
                  <a:pt x="4077510" y="1307067"/>
                </a:cubicBezTo>
                <a:cubicBezTo>
                  <a:pt x="3928981" y="1181795"/>
                  <a:pt x="3855686" y="990991"/>
                  <a:pt x="3857624" y="734654"/>
                </a:cubicBezTo>
                <a:close/>
                <a:moveTo>
                  <a:pt x="2143124" y="0"/>
                </a:moveTo>
                <a:lnTo>
                  <a:pt x="3700580" y="0"/>
                </a:lnTo>
                <a:lnTo>
                  <a:pt x="3700580" y="300756"/>
                </a:lnTo>
                <a:lnTo>
                  <a:pt x="2521766" y="300756"/>
                </a:lnTo>
                <a:lnTo>
                  <a:pt x="2521766" y="599932"/>
                </a:lnTo>
                <a:lnTo>
                  <a:pt x="3700580" y="599932"/>
                </a:lnTo>
                <a:lnTo>
                  <a:pt x="3700580" y="873323"/>
                </a:lnTo>
                <a:lnTo>
                  <a:pt x="2521766" y="873323"/>
                </a:lnTo>
                <a:lnTo>
                  <a:pt x="2521766" y="1172499"/>
                </a:lnTo>
                <a:lnTo>
                  <a:pt x="3700580" y="1172499"/>
                </a:lnTo>
                <a:lnTo>
                  <a:pt x="3700580" y="1473255"/>
                </a:lnTo>
                <a:lnTo>
                  <a:pt x="2143124" y="1473255"/>
                </a:lnTo>
                <a:close/>
                <a:moveTo>
                  <a:pt x="0" y="0"/>
                </a:moveTo>
                <a:lnTo>
                  <a:pt x="378641" y="0"/>
                </a:lnTo>
                <a:lnTo>
                  <a:pt x="378641" y="576777"/>
                </a:lnTo>
                <a:lnTo>
                  <a:pt x="1578769" y="576777"/>
                </a:lnTo>
                <a:lnTo>
                  <a:pt x="1578769" y="0"/>
                </a:lnTo>
                <a:lnTo>
                  <a:pt x="1957410" y="0"/>
                </a:lnTo>
                <a:lnTo>
                  <a:pt x="1957410" y="1473255"/>
                </a:lnTo>
                <a:lnTo>
                  <a:pt x="1578769" y="1473255"/>
                </a:lnTo>
                <a:lnTo>
                  <a:pt x="1578769" y="896478"/>
                </a:lnTo>
                <a:lnTo>
                  <a:pt x="378641" y="896478"/>
                </a:lnTo>
                <a:lnTo>
                  <a:pt x="378641" y="1473255"/>
                </a:lnTo>
                <a:lnTo>
                  <a:pt x="0" y="1473255"/>
                </a:lnTo>
                <a:close/>
              </a:path>
            </a:pathLst>
          </a:custGeom>
          <a:noFill/>
          <a:ln w="12700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rgbClr val="0066CC"/>
                </a:gs>
              </a:gsLst>
              <a:lin ang="0" scaled="1"/>
              <a:tileRect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600" b="0" i="0" u="none" strike="noStrike" kern="1200" cap="none" spc="0" normalizeH="0" baseline="0" noProof="0" dirty="0">
              <a:ln>
                <a:solidFill>
                  <a:prstClr val="white">
                    <a:lumMod val="75000"/>
                  </a:prstClr>
                </a:solidFill>
              </a:ln>
              <a:noFill/>
              <a:effectLst/>
              <a:uLnTx/>
              <a:uFillTx/>
              <a:latin typeface="Monument Extended" panose="00000500000000000000" pitchFamily="50" charset="0"/>
              <a:ea typeface="OPPOSans B" panose="00020600040101010101" charset="-122"/>
              <a:cs typeface="+mn-cs"/>
            </a:endParaRPr>
          </a:p>
        </p:txBody>
      </p:sp>
      <p:sp>
        <p:nvSpPr>
          <p:cNvPr id="2" name="cover_date"/>
          <p:cNvSpPr txBox="1"/>
          <p:nvPr/>
        </p:nvSpPr>
        <p:spPr>
          <a:xfrm>
            <a:off x="4906645" y="6128385"/>
            <a:ext cx="7391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日期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608830" y="6073775"/>
            <a:ext cx="0" cy="4940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86660" y="6073775"/>
            <a:ext cx="0" cy="4940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3648710" cy="6858000"/>
          </a:xfrm>
          <a:prstGeom prst="rect">
            <a:avLst/>
          </a:prstGeom>
          <a:gradFill>
            <a:gsLst>
              <a:gs pos="7000">
                <a:srgbClr val="004EA2"/>
              </a:gs>
              <a:gs pos="80000">
                <a:srgbClr val="007BF6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4" name="目录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page1_title_num"/>
          <p:cNvSpPr txBox="1"/>
          <p:nvPr>
            <p:custDataLst>
              <p:tags r:id="rId2"/>
            </p:custDataLst>
          </p:nvPr>
        </p:nvSpPr>
        <p:spPr>
          <a:xfrm>
            <a:off x="5242560" y="131445"/>
            <a:ext cx="758825" cy="85280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400" b="1">
                <a:solidFill>
                  <a:schemeClr val="accent1"/>
                </a:solidFill>
                <a:latin typeface="+mj-ea"/>
                <a:ea typeface="+mj-ea"/>
              </a:rPr>
              <a:t>01</a:t>
            </a:r>
            <a:endParaRPr lang="en-US" sz="4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page1_title"/>
          <p:cNvSpPr txBox="1"/>
          <p:nvPr>
            <p:custDataLst>
              <p:tags r:id="rId3"/>
            </p:custDataLst>
          </p:nvPr>
        </p:nvSpPr>
        <p:spPr>
          <a:xfrm>
            <a:off x="6827520" y="292100"/>
            <a:ext cx="4208780" cy="5314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单击添加目录项标题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page1"/>
          <p:cNvSpPr txBox="1"/>
          <p:nvPr/>
        </p:nvSpPr>
        <p:spPr>
          <a:xfrm>
            <a:off x="10875645" y="6461125"/>
            <a:ext cx="934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页码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gradFill>
            <a:gsLst>
              <a:gs pos="17000">
                <a:srgbClr val="004EA2"/>
              </a:gs>
              <a:gs pos="100000">
                <a:srgbClr val="007BF6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21" name="page1_title"/>
          <p:cNvSpPr txBox="1"/>
          <p:nvPr/>
        </p:nvSpPr>
        <p:spPr>
          <a:xfrm>
            <a:off x="685165" y="6153150"/>
            <a:ext cx="934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一级标题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31" name="page1_desc"/>
          <p:cNvSpPr txBox="1"/>
          <p:nvPr/>
        </p:nvSpPr>
        <p:spPr>
          <a:xfrm>
            <a:off x="685080" y="397300"/>
            <a:ext cx="106263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文章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概要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33" name="page1_keyword1"/>
          <p:cNvSpPr txBox="1"/>
          <p:nvPr/>
        </p:nvSpPr>
        <p:spPr>
          <a:xfrm>
            <a:off x="7625630" y="1927004"/>
            <a:ext cx="3734342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charset="-122"/>
                <a:ea typeface="OPPOSans B" panose="00020600040101010101" charset="-122"/>
                <a:cs typeface="OPPOSans M" panose="00020600040101010101" pitchFamily="18" charset="-122"/>
              </a:rPr>
              <a:t>关键词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B" panose="00020600040101010101" charset="-122"/>
              <a:ea typeface="OPPOSans B" panose="00020600040101010101" charset="-122"/>
              <a:cs typeface="OPPOSans M" panose="00020600040101010101" pitchFamily="18" charset="-122"/>
            </a:endParaRPr>
          </a:p>
        </p:txBody>
      </p:sp>
      <p:sp>
        <p:nvSpPr>
          <p:cNvPr id="37" name="page1_bullet1"/>
          <p:cNvSpPr txBox="1"/>
          <p:nvPr/>
        </p:nvSpPr>
        <p:spPr>
          <a:xfrm>
            <a:off x="802818" y="1927004"/>
            <a:ext cx="60960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charset="-122"/>
                <a:ea typeface="OPPOSans B" panose="00020600040101010101" charset="-122"/>
                <a:cs typeface="OPPOSans M" panose="00020600040101010101" pitchFamily="18" charset="-122"/>
              </a:rPr>
              <a:t>二级标题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B" panose="00020600040101010101" charset="-122"/>
              <a:ea typeface="OPPOSans B" panose="00020600040101010101" charset="-122"/>
              <a:cs typeface="OPPOSans M" panose="00020600040101010101" pitchFamily="18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7701555" y="2420309"/>
            <a:ext cx="34947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7424060" y="2745985"/>
            <a:ext cx="4038503" cy="3134270"/>
            <a:chOff x="7424060" y="2745985"/>
            <a:chExt cx="4038503" cy="3134270"/>
          </a:xfrm>
        </p:grpSpPr>
        <p:sp>
          <p:nvSpPr>
            <p:cNvPr id="8" name="任意多边形: 形状 7"/>
            <p:cNvSpPr/>
            <p:nvPr/>
          </p:nvSpPr>
          <p:spPr>
            <a:xfrm>
              <a:off x="8484545" y="2745985"/>
              <a:ext cx="1928781" cy="1928781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gradFill>
              <a:gsLst>
                <a:gs pos="0">
                  <a:srgbClr val="007BF6">
                    <a:alpha val="80000"/>
                  </a:srgbClr>
                </a:gs>
                <a:gs pos="79000">
                  <a:srgbClr val="004EA2"/>
                </a:gs>
              </a:gsLst>
              <a:lin ang="8100000" scaled="1"/>
            </a:gradFill>
            <a:ln w="9525">
              <a:gradFill flip="none" rotWithShape="1">
                <a:gsLst>
                  <a:gs pos="0">
                    <a:schemeClr val="bg1"/>
                  </a:gs>
                  <a:gs pos="100000">
                    <a:srgbClr val="004EA2"/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306155" tIns="839893" rIns="994325" bIns="623147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65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2000">
                      <a:srgbClr val="004EA2"/>
                    </a:gs>
                    <a:gs pos="100000">
                      <a:srgbClr val="007BF6"/>
                    </a:gs>
                  </a:gsLst>
                  <a:lin ang="8100000" scaled="1"/>
                </a:gra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180514" y="3951474"/>
              <a:ext cx="1928781" cy="1928781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BF6">
                    <a:alpha val="80000"/>
                  </a:srgbClr>
                </a:gs>
                <a:gs pos="79000">
                  <a:srgbClr val="004EA2"/>
                </a:gs>
              </a:gsLst>
              <a:lin ang="2700000" scaled="1"/>
              <a:tileRect/>
            </a:gradFill>
            <a:ln w="6350">
              <a:gradFill>
                <a:gsLst>
                  <a:gs pos="0">
                    <a:srgbClr val="007BF6">
                      <a:alpha val="0"/>
                    </a:srgbClr>
                  </a:gs>
                  <a:gs pos="100000">
                    <a:srgbClr val="007BF6"/>
                  </a:gs>
                </a:gsLst>
                <a:lin ang="5400000" scaled="1"/>
              </a:gra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306155" tIns="839893" rIns="994325" bIns="623147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65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2000">
                      <a:srgbClr val="004EA2"/>
                    </a:gs>
                    <a:gs pos="100000">
                      <a:srgbClr val="007BF6"/>
                    </a:gs>
                  </a:gsLst>
                  <a:lin ang="8100000" scaled="1"/>
                </a:gra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7788577" y="3951474"/>
              <a:ext cx="1928781" cy="1928781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BF6">
                    <a:alpha val="80000"/>
                  </a:srgbClr>
                </a:gs>
                <a:gs pos="79000">
                  <a:srgbClr val="004EA2"/>
                </a:gs>
              </a:gsLst>
              <a:lin ang="18900000" scaled="1"/>
              <a:tileRect/>
            </a:gradFill>
            <a:ln w="6350">
              <a:gradFill>
                <a:gsLst>
                  <a:gs pos="0">
                    <a:srgbClr val="007BF6">
                      <a:alpha val="0"/>
                    </a:srgbClr>
                  </a:gs>
                  <a:gs pos="100000">
                    <a:srgbClr val="007BF6"/>
                  </a:gs>
                </a:gsLst>
                <a:lin ang="5400000" scaled="1"/>
              </a:gra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306155" tIns="839893" rIns="994325" bIns="623147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endParaRPr kumimoji="0" lang="zh-CN" altLang="en-US" sz="65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2000">
                      <a:srgbClr val="004EA2"/>
                    </a:gs>
                    <a:gs pos="100000">
                      <a:srgbClr val="007BF6"/>
                    </a:gs>
                  </a:gsLst>
                  <a:lin ang="8100000" scaled="1"/>
                </a:gra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9252213" y="4651133"/>
              <a:ext cx="221035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图片</a:t>
              </a:r>
              <a:r>
                <a:rPr lang="en-US" altLang="zh-CN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/</a:t>
              </a:r>
              <a:r>
                <a:rPr lang="zh-CN" altLang="en-US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模块</a:t>
              </a:r>
              <a:r>
                <a:rPr lang="en-US" altLang="zh-CN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C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+mn-ea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424060" y="4651133"/>
              <a:ext cx="221035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图片</a:t>
              </a:r>
              <a:r>
                <a:rPr lang="en-US" altLang="zh-CN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/</a:t>
              </a:r>
              <a:r>
                <a:rPr lang="zh-CN" altLang="en-US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模块</a:t>
              </a:r>
              <a:r>
                <a:rPr lang="en-US" altLang="zh-CN" sz="16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+mn-ea"/>
                </a:rPr>
                <a:t>B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+mn-ea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8343761" y="3253394"/>
              <a:ext cx="221035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图片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/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模块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rPr>
                <a:t>A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</p:grpSp>
      <p:sp>
        <p:nvSpPr>
          <p:cNvPr id="2" name="page1_content1"/>
          <p:cNvSpPr txBox="1"/>
          <p:nvPr/>
        </p:nvSpPr>
        <p:spPr>
          <a:xfrm>
            <a:off x="974725" y="3248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正文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rgbClr val="004EA2">
                  <a:lumMod val="94000"/>
                  <a:alpha val="52000"/>
                </a:srgbClr>
              </a:gs>
              <a:gs pos="100000">
                <a:srgbClr val="007BF6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4" name="THANK YOU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  <p:sp>
        <p:nvSpPr>
          <p:cNvPr id="10" name="cover_presenter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汇报人：</a:t>
            </a:r>
            <a:r>
              <a:rPr lang="en-US" altLang="zh-CN" dirty="0"/>
              <a:t>WPS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2539365" y="-9525"/>
            <a:ext cx="9638030" cy="5788660"/>
            <a:chOff x="3999" y="-15"/>
            <a:chExt cx="15178" cy="9116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4027" y="-15"/>
              <a:ext cx="0" cy="9109"/>
            </a:xfrm>
            <a:prstGeom prst="line">
              <a:avLst/>
            </a:prstGeom>
            <a:ln w="381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3999" y="9101"/>
              <a:ext cx="15178" cy="0"/>
            </a:xfrm>
            <a:prstGeom prst="line">
              <a:avLst/>
            </a:prstGeom>
            <a:ln w="38100">
              <a:solidFill>
                <a:schemeClr val="bg2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9" name="直接连接符 8"/>
          <p:cNvCxnSpPr/>
          <p:nvPr/>
        </p:nvCxnSpPr>
        <p:spPr>
          <a:xfrm>
            <a:off x="-22860" y="4533900"/>
            <a:ext cx="434911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4339590" y="4533900"/>
            <a:ext cx="0" cy="231902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1289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1289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1289"/>
  <p:tag name="KSO_WM_TEMPLATE_THUMBS_INDEX" val="1、9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289_4*a*1"/>
  <p:tag name="KSO_WM_TEMPLATE_CATEGORY" val="custom"/>
  <p:tag name="KSO_WM_TEMPLATE_INDEX" val="20231289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TEXT_FILL_FORE_SCHEMECOLOR_INDEX" val="15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1289_4*l_h_i*1_1_1"/>
  <p:tag name="KSO_WM_TEMPLATE_CATEGORY" val="custom"/>
  <p:tag name="KSO_WM_TEMPLATE_INDEX" val="2023128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63.5,&quot;left&quot;:378.85,&quot;top&quot;:10.3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custom20231289_4*l_h_f*1_1_1"/>
  <p:tag name="KSO_WM_TEMPLATE_CATEGORY" val="custom"/>
  <p:tag name="KSO_WM_TEMPLATE_INDEX" val="20231289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63.5,&quot;left&quot;:378.85,&quot;top&quot;:10.35,&quot;width&quot;:490.15}"/>
  <p:tag name="KSO_WM_UNIT_SUBTYPE" val="a"/>
  <p:tag name="KSO_WM_UNIT_PRESET_TEXT" val="单击添加目录项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SLIDE_ID" val="custom20231289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128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1_9*a*1"/>
  <p:tag name="KSO_WM_TEMPLATE_CATEGORY" val="custom"/>
  <p:tag name="KSO_WM_TEMPLATE_INDEX" val="2023331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1_9*f*4"/>
  <p:tag name="KSO_WM_TEMPLATE_CATEGORY" val="custom"/>
  <p:tag name="KSO_WM_TEMPLATE_INDEX" val="20233311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61.xml><?xml version="1.0" encoding="utf-8"?>
<p:tagLst xmlns:p="http://schemas.openxmlformats.org/presentationml/2006/main">
  <p:tag name="KSO_WM_SLIDE_ID" val="custom20233311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311"/>
  <p:tag name="KSO_WM_SLIDE_TYPE" val="endPage"/>
  <p:tag name="KSO_WM_SLIDE_SUBTYPE" val="pureTxt"/>
  <p:tag name="KSO_WM_SLIDE_LAYOUT" val="a_f"/>
  <p:tag name="KSO_WM_SLIDE_LAYOUT_CNT" val="1_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渐变玻璃球职场办公">
  <a:themeElements>
    <a:clrScheme name="自定义 26">
      <a:dk1>
        <a:srgbClr val="000000"/>
      </a:dk1>
      <a:lt1>
        <a:srgbClr val="FFFFFF"/>
      </a:lt1>
      <a:dk2>
        <a:srgbClr val="000F3A"/>
      </a:dk2>
      <a:lt2>
        <a:srgbClr val="FFFFFF"/>
      </a:lt2>
      <a:accent1>
        <a:srgbClr val="2457D5"/>
      </a:accent1>
      <a:accent2>
        <a:srgbClr val="3CFFC0"/>
      </a:accent2>
      <a:accent3>
        <a:srgbClr val="DDC64F"/>
      </a:accent3>
      <a:accent4>
        <a:srgbClr val="2FC0EE"/>
      </a:accent4>
      <a:accent5>
        <a:srgbClr val="602FEE"/>
      </a:accent5>
      <a:accent6>
        <a:srgbClr val="89B900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WPS 演示</Application>
  <PresentationFormat>宽屏</PresentationFormat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HelveticaExt-Normal</vt:lpstr>
      <vt:lpstr>OPPOSans B</vt:lpstr>
      <vt:lpstr>OPPOSans M</vt:lpstr>
      <vt:lpstr>Monument Extended</vt:lpstr>
      <vt:lpstr>等线</vt:lpstr>
      <vt:lpstr>微软雅黑</vt:lpstr>
      <vt:lpstr>Arial Unicode MS</vt:lpstr>
      <vt:lpstr>Calibri</vt:lpstr>
      <vt:lpstr>MiSans Demibold</vt:lpstr>
      <vt:lpstr>SWAstro</vt:lpstr>
      <vt:lpstr>HelveticaExt-Normal</vt:lpstr>
      <vt:lpstr>WPS</vt:lpstr>
      <vt:lpstr>简约风渐变玻璃球职场办公</vt:lpstr>
      <vt:lpstr>Office 主题​​</vt:lpstr>
      <vt:lpstr>PowerPoint 演示文稿</vt:lpstr>
      <vt:lpstr>目录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zy</dc:creator>
  <cp:lastModifiedBy>古怪番茄</cp:lastModifiedBy>
  <cp:revision>14</cp:revision>
  <dcterms:created xsi:type="dcterms:W3CDTF">2023-08-09T12:44:00Z</dcterms:created>
  <dcterms:modified xsi:type="dcterms:W3CDTF">2025-12-21T11:38:08Z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