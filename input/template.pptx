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76" r:id="rId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ver_project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xxxx项目成果汇报</a:t>
            </a:r>
            <a:endParaRPr lang="en-US" sz="3750" dirty="0"/>
          </a:p>
        </p:txBody>
      </p:sp>
      <p:sp>
        <p:nvSpPr>
          <p:cNvPr id="5" name="Shape 2"/>
          <p:cNvSpPr/>
          <p:nvPr/>
        </p:nvSpPr>
        <p:spPr>
          <a:xfrm>
            <a:off x="4269581" y="2976563"/>
            <a:ext cx="604838" cy="114300"/>
          </a:xfrm>
          <a:prstGeom prst="rect">
            <a:avLst/>
          </a:prstGeom>
          <a:solidFill>
            <a:srgbClr val="4F44FF"/>
          </a:solidFill>
        </p:spPr>
      </p:sp>
      <p:sp>
        <p:nvSpPr>
          <p:cNvPr id="7" name="文本框 6"/>
          <p:cNvSpPr txBox="1"/>
          <p:nvPr/>
        </p:nvSpPr>
        <p:spPr>
          <a:xfrm>
            <a:off x="3048000" y="23876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公司</a:t>
            </a:r>
            <a:r>
              <a:rPr lang="zh-CN" altLang="en-US"/>
              <a:t>名称</a:t>
            </a:r>
            <a:endParaRPr lang="zh-CN" altLang="en-US"/>
          </a:p>
        </p:txBody>
      </p:sp>
      <p:sp>
        <p:nvSpPr>
          <p:cNvPr id="6" name="cover_presenter"/>
          <p:cNvSpPr/>
          <p:nvPr/>
        </p:nvSpPr>
        <p:spPr>
          <a:xfrm>
            <a:off x="3753485" y="3449955"/>
            <a:ext cx="156845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25"/>
              </a:lnSpc>
              <a:buNone/>
            </a:pPr>
            <a:r>
              <a:rPr lang="zh-CN" altLang="en-US" sz="1200" dirty="0"/>
              <a:t>汇报人</a:t>
            </a:r>
            <a:endParaRPr lang="zh-CN" altLang="en-US" sz="1200" dirty="0"/>
          </a:p>
        </p:txBody>
      </p:sp>
      <p:sp>
        <p:nvSpPr>
          <p:cNvPr id="8" name="cover_dept"/>
          <p:cNvSpPr/>
          <p:nvPr/>
        </p:nvSpPr>
        <p:spPr>
          <a:xfrm>
            <a:off x="2068195" y="3449955"/>
            <a:ext cx="156845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25"/>
              </a:lnSpc>
              <a:buNone/>
            </a:pPr>
            <a:r>
              <a:rPr lang="zh-CN" altLang="en-US" sz="1200" dirty="0"/>
              <a:t>部门</a:t>
            </a:r>
            <a:endParaRPr lang="zh-CN" altLang="en-US" sz="1200" dirty="0"/>
          </a:p>
        </p:txBody>
      </p:sp>
      <p:sp>
        <p:nvSpPr>
          <p:cNvPr id="9" name="cover_date"/>
          <p:cNvSpPr/>
          <p:nvPr/>
        </p:nvSpPr>
        <p:spPr>
          <a:xfrm>
            <a:off x="5438775" y="3449955"/>
            <a:ext cx="156845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25"/>
              </a:lnSpc>
              <a:buNone/>
            </a:pPr>
            <a:r>
              <a:rPr lang="zh-CN" altLang="en-US" sz="1200" dirty="0"/>
              <a:t>日期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目录-英文版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目录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page2_title_num"/>
          <p:cNvSpPr/>
          <p:nvPr>
            <p:custDataLst>
              <p:tags r:id="rId2"/>
            </p:custDataLst>
          </p:nvPr>
        </p:nvSpPr>
        <p:spPr>
          <a:xfrm>
            <a:off x="3524250" y="13025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F4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page2_title"/>
          <p:cNvSpPr/>
          <p:nvPr>
            <p:custDataLst>
              <p:tags r:id="rId3"/>
            </p:custDataLst>
          </p:nvPr>
        </p:nvSpPr>
        <p:spPr>
          <a:xfrm>
            <a:off x="3990975" y="13739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项目背景与核心挑战</a:t>
            </a:r>
            <a:endParaRPr lang="en-US" sz="1200" dirty="0"/>
          </a:p>
        </p:txBody>
      </p:sp>
      <p:sp>
        <p:nvSpPr>
          <p:cNvPr id="18" name="page2"/>
          <p:cNvSpPr txBox="1"/>
          <p:nvPr/>
        </p:nvSpPr>
        <p:spPr>
          <a:xfrm>
            <a:off x="7780655" y="4700905"/>
            <a:ext cx="1052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页码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page2_title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项目背景与核心挑战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333333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page2_title_num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F4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page3_desc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</a:t>
            </a: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概要</a:t>
            </a:r>
            <a:endParaRPr lang="zh-CN" altLang="en-US" sz="22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page3_bullet1"/>
          <p:cNvSpPr/>
          <p:nvPr>
            <p:custDataLst>
              <p:tags r:id="rId3"/>
            </p:custDataLst>
          </p:nvPr>
        </p:nvSpPr>
        <p:spPr>
          <a:xfrm>
            <a:off x="571500" y="198628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二级标题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page3_content1"/>
          <p:cNvSpPr/>
          <p:nvPr>
            <p:custDataLst>
              <p:tags r:id="rId4"/>
            </p:custDataLst>
          </p:nvPr>
        </p:nvSpPr>
        <p:spPr>
          <a:xfrm>
            <a:off x="571500" y="2647950"/>
            <a:ext cx="3402965" cy="5314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正文</a:t>
            </a:r>
            <a:endParaRPr lang="zh-CN" altLang="en-US" sz="10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page2_title"/>
          <p:cNvSpPr txBox="1"/>
          <p:nvPr/>
        </p:nvSpPr>
        <p:spPr>
          <a:xfrm>
            <a:off x="471170" y="4679950"/>
            <a:ext cx="9340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Ext-Normal"/>
                <a:ea typeface="OPPOSans B" panose="00020600040101010101" charset="-122"/>
                <a:cs typeface="+mn-cs"/>
              </a:rPr>
              <a:t>一级标题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Ext-Normal"/>
              <a:ea typeface="OPPOSans B" panose="00020600040101010101" charset="-122"/>
              <a:cs typeface="+mn-cs"/>
            </a:endParaRPr>
          </a:p>
        </p:txBody>
      </p:sp>
      <p:sp>
        <p:nvSpPr>
          <p:cNvPr id="14" name="page3_keyword1"/>
          <p:cNvSpPr txBox="1"/>
          <p:nvPr/>
        </p:nvSpPr>
        <p:spPr>
          <a:xfrm>
            <a:off x="5113655" y="1911350"/>
            <a:ext cx="1223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关键词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HANK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4F44FF"/>
          </a:solidFill>
        </p:spPr>
      </p:sp>
      <p:sp>
        <p:nvSpPr>
          <p:cNvPr id="5" name="汇报人"/>
          <p:cNvSpPr/>
          <p:nvPr/>
        </p:nvSpPr>
        <p:spPr>
          <a:xfrm>
            <a:off x="571500" y="3462020"/>
            <a:ext cx="630555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zh-CN" altLang="en-US" sz="1200" dirty="0"/>
              <a:t>汇报人</a:t>
            </a:r>
            <a:endParaRPr lang="zh-CN" altLang="en-US" sz="1200" dirty="0"/>
          </a:p>
        </p:txBody>
      </p:sp>
      <p:sp>
        <p:nvSpPr>
          <p:cNvPr id="6" name="cover_presenter"/>
          <p:cNvSpPr/>
          <p:nvPr/>
        </p:nvSpPr>
        <p:spPr>
          <a:xfrm>
            <a:off x="1176655" y="3462655"/>
            <a:ext cx="630555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altLang="zh-CN" sz="1200" dirty="0"/>
              <a:t>abc</a:t>
            </a:r>
            <a:endParaRPr lang="en-US" altLang="zh-CN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4.75000000000003,&quot;left&quot;:277.5,&quot;top&quot;:102.56251968503936,&quot;width&quot;:397.5}"/>
</p:tagLst>
</file>

<file path=ppt/tags/tag2.xml><?xml version="1.0" encoding="utf-8"?>
<p:tagLst xmlns:p="http://schemas.openxmlformats.org/presentationml/2006/main">
  <p:tag name="KSO_WM_DIAGRAM_VIRTUALLY_FRAME" val="{&quot;height&quot;:174.75000000000003,&quot;left&quot;:277.5,&quot;top&quot;:102.56251968503936,&quot;width&quot;:397.5}"/>
</p:tagLst>
</file>

<file path=ppt/tags/tag3.xml><?xml version="1.0" encoding="utf-8"?>
<p:tagLst xmlns:p="http://schemas.openxmlformats.org/presentationml/2006/main">
  <p:tag name="KSO_WM_DIAGRAM_VIRTUALLY_FRAME" val="{&quot;height&quot;:134.6,&quot;left&quot;:45,&quot;top&quot;:156.4,&quot;width&quot;:630}"/>
</p:tagLst>
</file>

<file path=ppt/tags/tag4.xml><?xml version="1.0" encoding="utf-8"?>
<p:tagLst xmlns:p="http://schemas.openxmlformats.org/presentationml/2006/main">
  <p:tag name="KSO_WM_DIAGRAM_VIRTUALLY_FRAME" val="{&quot;height&quot;:134.6,&quot;left&quot;:45,&quot;top&quot;:156.4,&quot;width&quot;:63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WPS 演示</Application>
  <PresentationFormat>On-screen Show (16:9)</PresentationFormat>
  <Paragraphs>40</Paragraphs>
  <Slides>5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微软雅黑</vt:lpstr>
      <vt:lpstr>HelveticaExt-Normal</vt:lpstr>
      <vt:lpstr>OPPOSans B</vt:lpstr>
      <vt:lpstr>Calibri</vt:lpstr>
      <vt:lpstr>等线</vt:lpstr>
      <vt:lpstr>Arial Unicode MS</vt:lpstr>
      <vt:lpstr>方正大黑体_GBK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古怪番茄</cp:lastModifiedBy>
  <cp:revision>12</cp:revision>
  <dcterms:created xsi:type="dcterms:W3CDTF">2025-12-21T11:11:00Z</dcterms:created>
  <dcterms:modified xsi:type="dcterms:W3CDTF">2025-12-24T11:52:54Z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7D6AB9E17E3E4E23B53D6B9C05E39CA4_12</vt:lpwstr>
  </property>
  <property fmtid="{D5CDD505-2E9C-101B-9397-08002B2CF9AE}" pid="3" name="KSOProductBuildVer">
    <vt:lpwstr>2052-12.1.0.24034</vt:lpwstr>
  </property>
</Properties>
</file>